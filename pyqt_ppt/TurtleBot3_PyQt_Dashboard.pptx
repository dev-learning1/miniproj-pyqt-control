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TEAM AURIX  ·  TURTLEBOT3 · ROS2 HUMBLE · PYQT5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10192B"/>
                </a:solidFill>
                <a:latin typeface="맑은 고딕"/>
              </a:rPr>
              <a:t>TurtleBot3 PyQt5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맑은 고딕"/>
              </a:rPr>
              <a:t>로봇 상태 모니터링 · 수동/자율 주행 제어를 하나로 통합한 데스크톱 대시보드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43400"/>
            <a:ext cx="9144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burger 모델 · ROS2 Humble · Ubuntu 22.04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맑은 고딕"/>
              </a:rPr>
              <a:t>팀원   도희정 · 최치언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01   개요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02   개발 환경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03   기술 스택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04   GUI 전체 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05   각 영역별 기능 설명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06   사용 방법 및 플로우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07   추가 기능 (SSH · 자동 Bringup · Voice)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000" b="0">
                <a:solidFill>
                  <a:srgbClr val="10192B"/>
                </a:solidFill>
                <a:latin typeface="맑은 고딕"/>
              </a:rPr>
              <a:t>  08   트러블슈팅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01.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맑은 고딕"/>
              </a:rPr>
              <a:t>TurtleBot3(burger)의 상태 확인과 제어가 터미널 명령·별도 teleop 도구로 흩어져 있던 문제를,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맑은 고딕"/>
              </a:rPr>
              <a:t>PyQt5 GUI 하나로 통합했습니다.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실시간 상태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90088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연결 상태(ODOM/BATTERY/LiDAR), 배터리 잔량·전압, 위치·속도(odom), LiDAR 최소 거리를 상단에 항상 고정 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42316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8775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수동 + 자율 주행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990088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방향 버튼/키보드(WASD)로 수동 조작하거나, 지도에서 만든 waypoint로 Nav2 기반 자율 주행(단일 목적지·경로)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0799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원격 운영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10328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SSH로 로봇에 접속해 bringup·음성 안내 노드를 대시보드에서 바로 실행. 대시보드를 꺼도 로봇 프로세스는 계속 동작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34340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0799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다중 로봇 안전장치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8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로봇마다 ROS_DOMAIN_ID를 분리해서, 여러 로봇이 같은 명령을 동시에 받는 사고를 방지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02.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개발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운영체제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4708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0192B"/>
                </a:solidFill>
                <a:latin typeface="맑은 고딕"/>
              </a:rPr>
              <a:t>Ubuntu 22.04 LTS (Jammy Jellyfish)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50592"/>
            <a:ext cx="10881360" cy="640080"/>
          </a:xfrm>
          <a:prstGeom prst="rect">
            <a:avLst/>
          </a:prstGeom>
          <a:solidFill>
            <a:srgbClr val="F5F8FB"/>
          </a:solidFill>
          <a:ln w="9525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로봇 미들웨어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0192B"/>
                </a:solidFill>
                <a:latin typeface="맑은 고딕"/>
              </a:rPr>
              <a:t>ROS2 Humble Hawksbill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63824"/>
            <a:ext cx="10881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언어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735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0192B"/>
                </a:solidFill>
                <a:latin typeface="맑은 고딕"/>
              </a:rPr>
              <a:t>Python 3.10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77056"/>
            <a:ext cx="10881360" cy="640080"/>
          </a:xfrm>
          <a:prstGeom prst="rect">
            <a:avLst/>
          </a:prstGeom>
          <a:solidFill>
            <a:srgbClr val="F5F8FB"/>
          </a:solidFill>
          <a:ln w="9525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867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GUI 프레임워크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98678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0192B"/>
                </a:solidFill>
                <a:latin typeface="맑은 고딕"/>
              </a:rPr>
              <a:t>PyQt5 5.15 (Qt 5.15)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90288"/>
            <a:ext cx="10881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00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로봇 플랫폼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0001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0192B"/>
                </a:solidFill>
                <a:latin typeface="맑은 고딕"/>
              </a:rPr>
              <a:t>TurtleBot3 Burger (OpenCR 보드 + LDS-03 LiDAR)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solidFill>
            <a:srgbClr val="F5F8FB"/>
          </a:solidFill>
          <a:ln w="9525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13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자율주행 스택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1324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0192B"/>
                </a:solidFill>
                <a:latin typeface="맑은 고딕"/>
              </a:rPr>
              <a:t>Nav2 (turtlebot3_navigation2 패키지 기반)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03.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881360" cy="52120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6184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1848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29967"/>
            <a:ext cx="10881360" cy="521207"/>
          </a:xfrm>
          <a:prstGeom prst="rect">
            <a:avLst/>
          </a:prstGeom>
          <a:solidFill>
            <a:srgbClr val="FFFFFF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GUI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3055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PyQt5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30551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메인 윈도우, 탭/위젯, 전역 QSS 테마(theme.py)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51174"/>
            <a:ext cx="10881360" cy="521207"/>
          </a:xfrm>
          <a:prstGeom prst="rect">
            <a:avLst/>
          </a:prstGeom>
          <a:solidFill>
            <a:srgbClr val="F5F8FB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5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로봇 통신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65175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rclpy (ROS2 Humble)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5175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odom/battery_state/scan/amcl_pose 구독, cmd_vel 발행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72381"/>
            <a:ext cx="10881360" cy="521207"/>
          </a:xfrm>
          <a:prstGeom prst="rect">
            <a:avLst/>
          </a:prstGeom>
          <a:solidFill>
            <a:srgbClr val="FFFFFF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7296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자율 주행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17296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Nav2 액션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72965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NavigateToPose, FollowWaypoints (nav2_msgs)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93588"/>
            <a:ext cx="10881360" cy="521207"/>
          </a:xfrm>
          <a:prstGeom prst="rect">
            <a:avLst/>
          </a:prstGeom>
          <a:solidFill>
            <a:srgbClr val="F5F8FB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941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속도 제어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6941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nav2_msgs/SpeedLimit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694172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controller_server에 런타임 속도 제한 발행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14795"/>
            <a:ext cx="10881360" cy="521207"/>
          </a:xfrm>
          <a:prstGeom prst="rect">
            <a:avLst/>
          </a:prstGeom>
          <a:solidFill>
            <a:srgbClr val="FFFFFF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1537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원격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21537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Paramiko (SSH)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215379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원격 bringup/음성 노드 실행, 계정·도메인 지정 접속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36002"/>
            <a:ext cx="10881360" cy="521207"/>
          </a:xfrm>
          <a:prstGeom prst="rect">
            <a:avLst/>
          </a:prstGeom>
          <a:solidFill>
            <a:srgbClr val="F5F8FB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73658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데이터 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73658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PyYAML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736586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waypoint/trajectory YAML 저장·불러오기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57209"/>
            <a:ext cx="10881360" cy="521207"/>
          </a:xfrm>
          <a:prstGeom prst="rect">
            <a:avLst/>
          </a:prstGeom>
          <a:solidFill>
            <a:srgbClr val="FFFFFF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5779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지도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25779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Pillow (PIL)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257793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nav2 map_server YAML+PGM/PNG 로더, 좌표 변환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678416"/>
            <a:ext cx="10881360" cy="521207"/>
          </a:xfrm>
          <a:prstGeom prst="rect">
            <a:avLst/>
          </a:prstGeom>
          <a:solidFill>
            <a:srgbClr val="F5F8FB"/>
          </a:solidFill>
          <a:ln w="635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779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0192B"/>
                </a:solidFill>
                <a:latin typeface="맑은 고딕"/>
              </a:rPr>
              <a:t>메시지 타입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7790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ROS2 표준 메시지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77900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Twist, Odometry, BatteryState, LaserScan 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03.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프로젝트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617720"/>
          </a:xfrm>
          <a:prstGeom prst="rect">
            <a:avLst/>
          </a:prstGeom>
          <a:solidFill>
            <a:srgbClr val="F5F8FB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main.py                                진입점 (QApplication, 전역 스타일시트 적용)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dashboard/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ros_bridge.py                        rclpy 노드 ↔ Qt 시그널 브리지 (백그라운드 스레드)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main_window.py                       메인 윈도우, 탭 구성, 위젯 간 시그널 연결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theme.py                             팔레트 · QSS 전역 테마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map_loader.py / waypoints.py         지도 · waypoint YAML 로더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widgets/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  status_panel.py                    상단 로봇 상태 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  control_panel.py                   동작 컨트롤 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  map_panel.py                       맵 / 웨이포인트 생성 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  nav_panel.py                       웨이포인트 주행 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  log_panel.py                       이벤트 로그 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    ssh_panel.py                       SSH 연결 패널 (상단 고정)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launch/dashboard_bringup.launch.py     Nav2 + 대시보드 통합 실행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0192B"/>
                </a:solidFill>
                <a:latin typeface="Consolas"/>
              </a:rPr>
              <a:t>config/ , maps/                        waypoint YAML , nav2 지도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04. GUI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GUI 전체 화면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맑은 고딕"/>
              </a:rPr>
              <a:t>모든 탭에서 항상 보이는 상단 고정 영역 + 목적별 4개 탭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0881360" cy="566928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① SSH 연결 패널  (Host / Username / Password / Domain ID · 연결 상태)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4572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② 헤더  (모델명 · ROS_DOMAIN_ID · 전체 토픽 수신 상태)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10881360" cy="566928"/>
          </a:xfrm>
          <a:prstGeom prst="roundRect">
            <a:avLst>
              <a:gd name="adj" fmla="val 15000"/>
            </a:avLst>
          </a:prstGeom>
          <a:solidFill>
            <a:srgbClr val="33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47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③ 로봇 상태 바  (연결 배지 · 배터리 · LiDAR 거리 · X/Y/Yaw · 선속도/각속도)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</a:rPr>
              <a:t>동작 컨트롤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4206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</a:rPr>
              <a:t>맵 / 웨이포인트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4206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8464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</a:rPr>
              <a:t>웨이포인트 주행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656" y="4206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7656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</a:rPr>
              <a:t>이벤트 로그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10881360" cy="1417320"/>
          </a:xfrm>
          <a:prstGeom prst="rect">
            <a:avLst/>
          </a:prstGeom>
          <a:solidFill>
            <a:srgbClr val="F5F8FB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④ 탭 콘텐츠 영역 — 선택한 탭에 따라 전환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(디자인: 화이트 캔버스 + 블루 포인트 컬러의 미니멀 스타일, theme.py에서 전역 관리)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05. FEATURES · 동작 컨트롤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화면 구성 — 동작 컨트롤 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20840" cy="46271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691640"/>
            <a:ext cx="6720840" cy="4627175"/>
          </a:xfrm>
          <a:prstGeom prst="rect">
            <a:avLst/>
          </a:prstGeom>
          <a:noFill/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방향 버튼 / 키보드 조작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버튼 클릭(누르고 있기) 또는 방향키·WASD로 수동 주행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속도 설정(%)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선속도·각속도 슬라이더로 최대 속도를 퍼센트로 제한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비상 정지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즉시 속도 0으로 정지 + 이벤트 로그에 경고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05. FEATURES · 맵/웨이포인트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화면 구성 — 맵 / 웨이포인트 생성 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20840" cy="46271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691640"/>
            <a:ext cx="6720840" cy="4627175"/>
          </a:xfrm>
          <a:prstGeom prst="rect">
            <a:avLst/>
          </a:prstGeom>
          <a:noFill/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지도 불러오기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nav2 map_server YAML(+PGM/PNG) 로드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Waypoint 생성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클릭 = 제자리(yaw 0), 클릭+드래그 = 방향 지정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2D Pose Estimate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클릭+드래그로 AMCL 초기 위치(/initialpose) 전송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Trajectory 구성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waypoint를 순서대로 묶어 경로로 저장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저장/불러오기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YAML로 저장, 기존 파일 병합 불러오기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05. FEATURES · 웨이포인트 주행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화면 구성 — 웨이포인트 주행 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y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20840" cy="46271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691640"/>
            <a:ext cx="6720840" cy="4627175"/>
          </a:xfrm>
          <a:prstGeom prst="rect">
            <a:avLst/>
          </a:prstGeom>
          <a:noFill/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YAML 불러오기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waypoint/trajectory 파일 선택 및 불러오기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단일 목적지 주행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/navigate_to_pose 액션으로 목표 전송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경로 주행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/follow_waypoints 액션으로 순차 주행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주행 속도 제한(%)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Nav2 파라미터 파일을 고치지 않고 런타임으로 속도 조절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중지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현재 목표를 즉시 취소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05. FEATURES · 이벤트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화면 구성 — 이벤트 로그 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20840" cy="46271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691640"/>
            <a:ext cx="6720840" cy="4627175"/>
          </a:xfrm>
          <a:prstGeom prst="rect">
            <a:avLst/>
          </a:prstGeom>
          <a:noFill/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시간순 기록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연결 상태 변화, 저배터리/장애물 경고, SSH 진행상황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주행 이벤트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waypoint 도달, 목적지 성공/취소/실패 결과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10192B"/>
                </a:solidFill>
                <a:latin typeface="맑은 고딕"/>
              </a:rPr>
              <a:t>—  로그 관리</a:t>
            </a:r>
            <a:r>
              <a:rPr sz="1350" b="0">
                <a:solidFill>
                  <a:srgbClr val="64748B"/>
                </a:solidFill>
                <a:latin typeface="맑은 고딕"/>
              </a:rPr>
              <a:t>  —  지우기 / 텍스트 파일로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05.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각 영역별 기능 설명 — 로봇 상태 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연결 배지 (ODOM · BATTERY · LiDAR)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정상(초록) / 불안정(빨강) / 끊김(회색) 3단계. 워치독 타임아웃(3초 끊김 / 1.5초 불안정) 기준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배터리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전압 기반 % 환산(3S LiPo 12.6V=100% ~ 9.9V=0%). 시간상수 기반 저역통과 필터(5초) + 표시 히스테리시스(±1.25%p)로 떨림 방지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LiDAR 최소 거리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장애물 임계값(0.3m) 이하일 때 빨간색으로 강조, 이벤트 로그에 경고 기록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위치 / 속도 (odom)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X, Y, Yaw와 선속도·각속도. 정지 시 -0.00 표시 떨림을 막는 0값 정규화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05.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각 영역별 기능 설명 — SSH 연결 패널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Host / Username / Password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접속 대상 IP(또는 ~/.ssh/config 별칭) · 로그인 계정 · 비밀번호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Domain ID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이 로봇의 ROS_DOMAIN_ID. 로봇마다 다르게 지정해 서로 격리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연결 &amp; Bringup 실행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SSH 접속 → bringup 상태 확인 → 필요 시 원격 실행까지 한 번에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600" b="1">
                <a:solidFill>
                  <a:srgbClr val="10192B"/>
                </a:solidFill>
                <a:latin typeface="맑은 고딕"/>
              </a:rPr>
              <a:t>—  상태 라벨</a:t>
            </a:r>
            <a:r>
              <a:rPr sz="1500" b="0">
                <a:solidFill>
                  <a:srgbClr val="64748B"/>
                </a:solidFill>
                <a:latin typeface="맑은 고딕"/>
              </a:rPr>
              <a:t>  —  "SSH 버튼을 눌렀는지"가 아니라 실제 로봇 상태 수신·제어 가능 여부를 실시간으로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06.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사용 방법 —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방법 A — Nav2 + 대시보드 한 번에 (권장)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cmd&gt; ./run.sh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launch/dashboard_bringup.launch.py를 호출해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Nav2(turtlebot3_navigation2)를 먼저 띄우고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몇 초 뒤 대시보드를 자동으로 함께 실행합니다.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옵션 예시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./run.sh map:=/path/to/map.yaml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./run.sh use_rviz:=true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01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방법 B — 대시보드만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0428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cmd&gt; python3 main.py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Nav2가 이미 별도로 떠 있거나, 웨이포인트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주행 없이 모니터링/수동 조작만 쓸 때 사용합니다.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필요 환경변수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TURTLEBOT3_MODEL (기본 burger)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맑은 고딕"/>
              </a:rPr>
              <a:t>ROS_DOMAIN_ID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06.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전체 사용 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7486" y="2834640"/>
            <a:ext cx="1874519" cy="13716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638" y="2971800"/>
            <a:ext cx="1728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SSH 접속 · Bringup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198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72005" y="333756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28037" y="2834640"/>
            <a:ext cx="187451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1189" y="2971800"/>
            <a:ext cx="1728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0192B"/>
                </a:solidFill>
                <a:latin typeface="맑은 고딕"/>
              </a:rPr>
              <a:t>상태 모니터링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9749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02556" y="333756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58588" y="2834640"/>
            <a:ext cx="187451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1740" y="2971800"/>
            <a:ext cx="1728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0192B"/>
                </a:solidFill>
                <a:latin typeface="맑은 고딕"/>
              </a:rPr>
              <a:t>수동 조작 또는 맵에서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0192B"/>
                </a:solidFill>
                <a:latin typeface="맑은 고딕"/>
              </a:rPr>
              <a:t>Waypoint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030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33107" y="333756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89139" y="2834640"/>
            <a:ext cx="1874519" cy="13716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2291" y="2971800"/>
            <a:ext cx="1728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웨이포인트 주행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0851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63658" y="333756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9690" y="2834640"/>
            <a:ext cx="187451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2842" y="2971800"/>
            <a:ext cx="1728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0192B"/>
                </a:solidFill>
                <a:latin typeface="맑은 고딕"/>
              </a:rPr>
              <a:t>지도·로그로 결과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1402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—  SSH 패널에서 Host/Username/Password/Domain ID 입력 후 접속 → 필요 시 자동 bringup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—  상단 상태 바에서 ODOM/BATTERY/LiDAR 연결 및 배터리 상태 확인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—  동작 컨트롤 탭에서 수동 조작, 또는 맵/웨이포인트 생성 탭에서 목표 지점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—  웨이포인트 주행 탭에서 단일 목적지 또는 경로 선택 후 주행 (지도에 목표·현재 위치 실시간 표시)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—  이벤트 로그 탭에서 성공/실패/경고 이력 확인, 필요 시 파일로 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07. EXTRA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추가 기능 — SSH 원격 접속 &amp; 로봇별 격리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맑은 고딕"/>
              </a:rPr>
              <a:t>대시보드 안에서 로봇에 직접 접속하고, 여러 로봇을 오가도 서로 명령이 섞이지 않도록 격리합니다.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원격 접속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Host/Username/Password만 있으면 어떤 로봇에도 SSH 접속 (별칭 없이도 계정명 직접 지정 가능)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Domain ID 지정 접속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접속할 로봇의 ROS_DOMAIN_ID를 지정 — bringup 실행 시 그 도메인으로 원격 실행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대시보드 자체 재연결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접속 성공 시 대시보드의 ROS2 노드도 그 도메인으로 다시 시작해, 이후로는 그 로봇의 토픽만 보이고 제어됨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대상 로봇 표시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상태 라벨에 마지막으로 접속 성공한 계정@호스트를 계속 표시해 혼동 방지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07. EXTRA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추가 기능 — 자동 Bringup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맑은 고딕"/>
              </a:rPr>
              <a:t>로봇에 SSH로 접속하면, bringup이 켜져 있는지 자동으로 확인하고 필요할 때만 실행합니다.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중복 실행 방지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pgrep으로 turtlebot3_bringup 실행 여부 확인 → 이미 떠 있으면 새로 띄우지 않음 (모터/LiDAR 충돌 방지)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여러 팀원 동시 접속 안전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누가 먼저 띄웠든 상관없이 항상 같은 규칙으로 동작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세션과 분리 실행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setsid + nohup + disown으로 실행 — SSH 세션이 끊기거나 대시보드를 꺼도 로봇의 bringup은 계속 동작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실패 시 확인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원격 bringup 로그는 로봇의 ~/bringup_dashboard.log 에서 확인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07. EXTRA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추가 기능 — Voice 음성 안내 자동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맑은 고딕"/>
              </a:rPr>
              <a:t>bringup과 함께 음성 안내 노드를 자동으로 확인·실행하고, 주요 주행 이벤트를 음성으로 안내합니다.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음성 노드 자동 확인/실행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tb3_voice_notifier가 안 떠 있으면 bringup과 같은 ROS_DOMAIN_ID로 자동 실행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동작 가능 안내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bringup을 새로 띄운 경우 "로봇 동작이 가능합니다" 음성 안내 발행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10192B"/>
                </a:solidFill>
                <a:latin typeface="맑은 고딕"/>
              </a:rPr>
              <a:t>—  주행 이벤트 안내</a:t>
            </a:r>
            <a:r>
              <a:rPr sz="1450" b="0">
                <a:solidFill>
                  <a:srgbClr val="64748B"/>
                </a:solidFill>
                <a:latin typeface="맑은 고딕"/>
              </a:rPr>
              <a:t>  —  주행 시작 · waypoint 도달 · 목적지 완료 등 주요 이벤트를 음성으로 실시간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트러블슈팅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맑은 고딕"/>
              </a:rPr>
              <a:t>개발 과정에서 발견·해결한 주요 이슈들을 Git 커밋 히스토리 기준으로 정리했습니다.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배터리 % 표시 떨림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정지 상태 각속도 0.00 / -0.00 떨림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SSH 상태 라벨이 실제 로봇 상태와 무관하던 문제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웨이포인트 주행 목표가 지도에 안 보이던 문제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지도 위 로봇 위치 — odom 대신 amcl_pose 사용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여러 로봇이 동시에 같은 명령을 받던 문제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>
                <a:solidFill>
                  <a:srgbClr val="10192B"/>
                </a:solidFill>
                <a:latin typeface="맑은 고딕"/>
              </a:rPr>
              <a:t>—  주행 중 배터리 41% 이하에서 odom/battery 연결 끊김 (조사 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배터리 % 표시 떨림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배터리 진행바 퍼센트가 값이 계속 미세하게 바뀌며 깜빡임 (예: 81% ↔ 83%)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8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81528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191256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전압 EMA가 "메시지 횟수" 기준이라 토픽 발행이 빠르면 필터링이 거의 안 됨 + 정수 반올림 경계에서 표시값이 왕복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6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해결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79976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970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경과 시간 기반 저역통과 필터(시정수 5초) 적용 + 표시값에 히스테리시스(±1.25%p) 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정지 상태 각속도 0.00 / -0.00 떨림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로봇이 완전히 정지해 있는데도 각속도 표시가 0.00과 -0.00 사이를 왕복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8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81528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191256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센서 노이즈로 값이 0 근처에서 미세하게 +/-를 오가면 반올림 결과가 음수 0(-0.0)이 되어 부호만 다르게 표시됨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6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해결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79976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970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status_panel에 _fmt_zero_safe() 헬퍼 추가 — 반올림 후 0이면 부호를 정규화 (x/y/yaw/선속도/각속도 전체 적용)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SSH 상태 라벨과 실제 로봇 상태 불일치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로봇이 이미 켜져 있고 정상 동작 중인데도 SSH 패널에는 "아직 연결 안 됨"으로 표시되어 오해 유발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8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81528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191256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상태 라벨이 "이번 세션에서 SSH 버튼을 눌렀는지"만 반영할 뿐, 실제 ROS 토픽 수신과는 무관하게 설계되어 있었음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6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해결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79976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970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main_window가 odom/battery/lidar 수신 상태를 종합해 실시간으로 라벨에 반영 (정상/일부 지연/끊김 3단계)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웨이포인트 주행 목표가 지도에 안 보임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웨이포인트 주행 탭에서 선택한 목적지가 맵/웨이포인트 생성 탭 지도에는 표시되지 않아, 로봇이 맞게 가는지 확인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8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81528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191256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두 탭이 각자 독립적인 waypoint 데이터를 관리해서, 주행 탭에서 불러온 파일이 지도 탭에 자동으로 반영되지 않았음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6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해결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79976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970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nav_panel이 불러온 waypoint를 지도에 자동 동기화 + 현재 주행 목표는 주황색으로 강조 표시 (경로 주행 시 다음 지점으로 함께 이동)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지도 위 로봇 위치 표시 — odom 대신 amcl_pose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실시간 로봇 위치를 지도에 표시하고 싶었지만, 어떤 좌표를 써야 정확한지가 관건이었음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8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81528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191256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지도는 'map' 좌표계인데 /odom은 시간이 지나며 map과 어긋남(드리프트) — 그대로 지도에 얹으면 실제 위치와 달라 보일 수 있음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6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해결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79976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970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Nav2 AMCL이 추정한 /amcl_pose(map 좌표계)를 구독해 표시. AMCL이 꺼져 있으면 마커가 안 보일 뿐 오류로 처리하지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여러 로봇이 동시에 같은 명령을 받는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SSH로 다른 로봇에 접속했는데, 원래 연결돼 있던 로봇도 함께 움직임 — 대시보드는 로봇 하나만 제어해야 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8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81528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191256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ROS2/DDS 통신은 IP가 아니라 ROS_DOMAIN_ID 단위로 범위가 정해짐. 두 로봇이 같은 도메인이면 모든 토픽/액션을 서로 다 주고받음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6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해결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79976"/>
            <a:ext cx="9281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970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0192B"/>
                </a:solidFill>
                <a:latin typeface="맑은 고딕"/>
              </a:rPr>
              <a:t>SSH 패널에 Domain ID 필드 추가 — 로봇마다 다른 도메인 지정 + 접속 성공 시 대시보드의 ROS2 노드 자체를 그 도메인으로 재시작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2414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* 이 항목은 이번 세션에서 구현하여 실제 동작까지 확인한 가장 최신 개선 사항입니다.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08. TROUBLESHOOTING · 조사 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040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주행 중 배터리 연결 끊김 (하드웨어 이슈)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A23B34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783080"/>
            <a:ext cx="9281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9280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배터리 41% 이하 구간에서, 주로 주행 중에 ODOM·BATTERY 연결만 끊기고 LiDAR는 계속 정상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463040" cy="1600200"/>
          </a:xfrm>
          <a:prstGeom prst="roundRect">
            <a:avLst>
              <a:gd name="adj" fmla="val 10000"/>
            </a:avLst>
          </a:prstGeom>
          <a:solidFill>
            <a:srgbClr val="FB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449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8A6216"/>
                </a:solidFill>
                <a:latin typeface="맑은 고딕"/>
              </a:rPr>
              <a:t>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971800"/>
            <a:ext cx="9281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081528"/>
            <a:ext cx="8869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41%는 전압으로 약 11.0V — 3S LiPo 기준 절대적 저전압은 아님. odom·battery는 OpenCR 한 보드에서, LiDAR는 별도 USB 경로라 이 패턴이면 OpenCR 쪽 전원/연결 문제로 추정. 속도를 50%로 낮춰도 재현되어, 순수 부하량보다 배터리 노화(내부저항) 또는 진동에 의한 커넥터 접촉 불량 가능성이 유력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28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</a:rPr>
              <a:t>다음 단계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754880"/>
            <a:ext cx="9281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86460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0192B"/>
                </a:solidFill>
                <a:latin typeface="맑은 고딕"/>
              </a:rPr>
              <a:t>dmesg로 USB(OpenCR) 재연결 여부 확인 → 다른 배터리로 교체 재현 테스트 → 배터리/전원 커넥터 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* 소프트웨어(대시보드) 코드로는 재현되지 않는 패턴이라, 하드웨어/전원 이슈로 분류하여 별도 확인 중입니다.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TurtleBot3 PyQt5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192B"/>
                </a:solidFill>
                <a:latin typeface="맑은 고딕"/>
              </a:rPr>
              <a:t>모니터링 · 수동 조작 · 자율 주행 · 원격 운영을 하나의 대시보드로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0">
                <a:solidFill>
                  <a:srgbClr val="10192B"/>
                </a:solidFill>
                <a:latin typeface="맑은 고딕"/>
              </a:rPr>
              <a:t>—  실시간 상태 모니터링과 수동/자율 주행 제어를 하나의 PyQt5 앱으로 통합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0">
                <a:solidFill>
                  <a:srgbClr val="10192B"/>
                </a:solidFill>
                <a:latin typeface="맑은 고딕"/>
              </a:rPr>
              <a:t>—  지속적인 트러블슈팅으로 표시 안정성(배터리·속도), 정보 일치성(SSH 상태, 지도 동기화) 개선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0">
                <a:solidFill>
                  <a:srgbClr val="10192B"/>
                </a:solidFill>
                <a:latin typeface="맑은 고딕"/>
              </a:rPr>
              <a:t>—  ROS_DOMAIN_ID 기반 로봇별 격리로 다중 로봇 환경에서도 안전하게 운영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0">
                <a:solidFill>
                  <a:srgbClr val="10192B"/>
                </a:solidFill>
                <a:latin typeface="맑은 고딕"/>
              </a:rPr>
              <a:t>—  모든 변경 이력은 Git 커밋으로 관리 — 트러블슈팅 과정도 커밋 메시지에 함께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20116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맑은 고딕"/>
              </a:rPr>
              <a:t>AURIX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